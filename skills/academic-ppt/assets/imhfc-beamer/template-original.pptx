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E3BB6-7C04-4312-BAC1-6BE41A488726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6D79A-085E-46B8-AB14-3C7CF1D9226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593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6D79A-085E-46B8-AB14-3C7CF1D9226E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3374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248176-3D4F-3842-313B-37BBE3FB4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B30A7F0-B45C-DFAA-F7FC-FF0C32531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AE315E-0103-F40C-D1E9-3F4AF4F1C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7E5B01A-8003-7E09-AF6C-3BA8831C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9103C61-6E40-5BAF-FB6F-40A4B2D3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843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52BF2D-DBB6-452B-5269-43DC43780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8FD95C0-7AD5-4042-E253-D232B878C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778A8D9-57B7-F47C-BD0A-7089F64D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2059F47-29C6-D371-2F21-43D57C72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D3D54FF-1179-3DB2-9B4B-F67585A2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620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73A9F8-A9BD-EA2B-BB37-B5A907A5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7D89C64-8689-CD00-8DFE-CDA444B43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C525053-065C-C036-FD87-524272FD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C85AF8F-2509-048B-E912-2899E8171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FF149B9-03C3-3EC8-6CA5-B98A77C1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377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3083A4-87F4-3CC5-6C21-EF8CA379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67E8A4-6AE4-B9FC-46D7-0C2F5155E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0BB823C-D2C2-A869-2738-262450F0D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AC23B32-16FB-B98E-DF1D-3D4455C2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2F631F5-D5F2-CAB7-24B2-9BEEB44B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3DC3391-F608-45BD-B81A-0072F09D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121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32A137E-239C-3759-6F53-AC67EBB2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10A628C-5C7B-9E53-6150-780573942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176F65A-4DB7-FDC6-A840-151D58787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328BB5D-F155-D622-32D4-FD92A361F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94EBCC9-A905-C51A-AB8D-8DA6730DC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B3AE624-0980-833A-3F24-AA2A9E96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A40DEF3-4641-4958-C363-F4E327F8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52341F64-B371-81B1-C6D9-B6398CE1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386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631320-C97D-5A01-2793-11AF6DED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3365F58-EBD7-7B50-26D3-EACD81FB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5D31CE9-871F-08B2-AFBF-4A64A53D2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98C7515-79CC-6F5E-23B0-A1813054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9422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7A10C4F-BD78-76D4-B4F6-9EA8E9EFB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81703EA-EDA5-20AA-914D-A432BF07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362E00F-7664-EFEC-81AC-8194F4C8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127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02CBB1-127F-F3D6-0E72-B87DC5B3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0A412B-81E8-416A-CC9C-CC652996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D7509EE-2105-FCF8-22E1-1B22C2183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3583C8-D936-C9A3-4DDC-C0E9146E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B879BEE-577B-CB56-FEE1-6AD062E3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B41E477-1956-AE2F-1970-E4A17B7E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466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CA90D5-F760-C38C-8303-7A37AA66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C482BF1-40B1-4F62-0007-236E20588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DB53E3-FA93-41F7-9CAC-2ADE405BF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742314E-5367-F3ED-E45B-ECC3BC12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9A956D9-2ED1-A0F4-1078-A0E670A4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33FD175-907E-C348-B8BB-CCEBBADB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654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EC7BE0-61B4-4860-88EF-78C0E57A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A119E0F-FC4B-FDD6-DEF0-7F2A0D1B3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7956BA2-4A98-BA7E-6CC5-844C4FFA4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3388AB-32A4-D48A-E90B-32A3F492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72B2277-8841-22A3-45AE-E1E1579F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090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8C99F23-592D-6CD8-E0FC-DCB82DC9B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60E7346-AF6B-F9CF-C549-095187881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CA57127-09F4-6F2B-475D-82532AA4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247532F-FEA1-BE61-EBE8-E68FA8EA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62D2A77-E34D-A53D-E88F-3C9BEDB8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096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0576AC8-E06A-9B62-5AA3-ABA81E013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EB0EBCE-E80D-10E3-7753-288807499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7AF80E2-0C1C-1A69-408D-E18502FDA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3E228-6802-49C2-A3F5-5484D6B44BE2}" type="datetimeFigureOut">
              <a:rPr lang="tr-TR" smtClean="0"/>
              <a:t>9.07.2026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698A861-3AEE-02DD-F4D2-DEB704E7D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DECF03-DB08-FDC1-F879-8F3766C18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3FE1B-5E8E-4D88-AB79-EA8BD63243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465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F25869-A971-AC1E-869F-FCC954B4C4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24C9D97-F2E1-CBFC-06D9-B6E06E7C7C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D075F02-0064-7C19-F955-6F2B1AD34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E047BB4A-F73A-16FF-C657-EF46F2A819B9}"/>
              </a:ext>
            </a:extLst>
          </p:cNvPr>
          <p:cNvSpPr txBox="1"/>
          <p:nvPr/>
        </p:nvSpPr>
        <p:spPr>
          <a:xfrm>
            <a:off x="3490332" y="334537"/>
            <a:ext cx="8497229" cy="5461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000" b="1" dirty="0"/>
              <a:t>Presentation </a:t>
            </a:r>
            <a:r>
              <a:rPr lang="tr-TR" sz="6000" b="1" dirty="0" err="1"/>
              <a:t>Title</a:t>
            </a:r>
            <a:endParaRPr lang="tr-TR" sz="6000" b="1" dirty="0"/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tr-TR" sz="6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tr-TR" sz="2000" b="0" i="0" dirty="0">
                <a:effectLst/>
                <a:latin typeface="Segoe UI" panose="020B0502040204020203" pitchFamily="34" charset="0"/>
              </a:rPr>
              <a:t>Name of </a:t>
            </a:r>
            <a:r>
              <a:rPr lang="tr-TR" sz="2000" b="0" i="0" dirty="0" err="1">
                <a:effectLst/>
                <a:latin typeface="Segoe UI" panose="020B0502040204020203" pitchFamily="34" charset="0"/>
              </a:rPr>
              <a:t>Presenter</a:t>
            </a:r>
            <a:r>
              <a:rPr lang="tr-TR" sz="2000" b="0" i="0" dirty="0">
                <a:effectLst/>
                <a:latin typeface="Segoe UI" panose="020B0502040204020203" pitchFamily="34" charset="0"/>
              </a:rPr>
              <a:t>, Name(s) of </a:t>
            </a:r>
            <a:r>
              <a:rPr lang="tr-TR" sz="2000" b="0" i="0" dirty="0" err="1">
                <a:effectLst/>
                <a:latin typeface="Segoe UI" panose="020B0502040204020203" pitchFamily="34" charset="0"/>
              </a:rPr>
              <a:t>Other</a:t>
            </a:r>
            <a:r>
              <a:rPr lang="tr-TR" sz="2000" b="0" i="0" dirty="0">
                <a:effectLst/>
                <a:latin typeface="Segoe UI" panose="020B0502040204020203" pitchFamily="34" charset="0"/>
              </a:rPr>
              <a:t> Writer(s) </a:t>
            </a:r>
          </a:p>
          <a:p>
            <a:pPr fontAlgn="t">
              <a:lnSpc>
                <a:spcPts val="1500"/>
              </a:lnSpc>
              <a:buNone/>
            </a:pPr>
            <a:endParaRPr lang="tr-TR" sz="20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tr-TR" sz="2000" b="0" i="0" dirty="0" err="1">
                <a:effectLst/>
                <a:latin typeface="Segoe UI" panose="020B0502040204020203" pitchFamily="34" charset="0"/>
              </a:rPr>
              <a:t>Organization</a:t>
            </a:r>
            <a:r>
              <a:rPr lang="tr-TR" sz="2000" b="0" i="0" dirty="0">
                <a:effectLst/>
                <a:latin typeface="Segoe UI" panose="020B0502040204020203" pitchFamily="34" charset="0"/>
              </a:rPr>
              <a:t> of </a:t>
            </a:r>
            <a:r>
              <a:rPr lang="tr-TR" sz="2000" b="0" i="0" dirty="0" err="1">
                <a:effectLst/>
                <a:latin typeface="Segoe UI" panose="020B0502040204020203" pitchFamily="34" charset="0"/>
              </a:rPr>
              <a:t>Presenter</a:t>
            </a:r>
            <a:endParaRPr lang="tr-TR" sz="2000" b="1" dirty="0"/>
          </a:p>
        </p:txBody>
      </p:sp>
    </p:spTree>
    <p:extLst>
      <p:ext uri="{BB962C8B-B14F-4D97-AF65-F5344CB8AC3E}">
        <p14:creationId xmlns:p14="http://schemas.microsoft.com/office/powerpoint/2010/main" val="182860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D49E80-A348-AA47-1951-134E3D94D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18270634-BBB4-9A5F-0349-6D50805B6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C982D974-F7C3-E0EC-C0BE-A134495B86EA}"/>
              </a:ext>
            </a:extLst>
          </p:cNvPr>
          <p:cNvSpPr txBox="1"/>
          <p:nvPr/>
        </p:nvSpPr>
        <p:spPr>
          <a:xfrm>
            <a:off x="0" y="6263069"/>
            <a:ext cx="12192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800" b="1" dirty="0"/>
              <a:t>Presentation </a:t>
            </a:r>
            <a:r>
              <a:rPr lang="tr-TR" sz="2800" b="1" dirty="0" err="1"/>
              <a:t>Title</a:t>
            </a:r>
            <a:endParaRPr lang="tr-TR" sz="2800" b="1" dirty="0"/>
          </a:p>
        </p:txBody>
      </p:sp>
    </p:spTree>
    <p:extLst>
      <p:ext uri="{BB962C8B-B14F-4D97-AF65-F5344CB8AC3E}">
        <p14:creationId xmlns:p14="http://schemas.microsoft.com/office/powerpoint/2010/main" val="36996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İçerik Yer Tutucusu 17">
            <a:extLst>
              <a:ext uri="{FF2B5EF4-FFF2-40B4-BE49-F238E27FC236}">
                <a16:creationId xmlns:a16="http://schemas.microsoft.com/office/drawing/2014/main" id="{052B3615-277E-09CF-FD96-11AE06FDA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C94A3B00-4FB9-5421-3192-48E0E55F2677}"/>
              </a:ext>
            </a:extLst>
          </p:cNvPr>
          <p:cNvSpPr txBox="1"/>
          <p:nvPr/>
        </p:nvSpPr>
        <p:spPr>
          <a:xfrm>
            <a:off x="4029075" y="3244334"/>
            <a:ext cx="413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tr-TR" dirty="0" err="1"/>
              <a:t>Contact</a:t>
            </a:r>
            <a:r>
              <a:rPr lang="tr-TR" dirty="0"/>
              <a:t> E-mail of </a:t>
            </a:r>
            <a:r>
              <a:rPr lang="tr-TR" dirty="0" err="1"/>
              <a:t>Presenter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3975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</Words>
  <Application>Microsoft Office PowerPoint</Application>
  <PresentationFormat>Geniş ekran</PresentationFormat>
  <Paragraphs>27</Paragraphs>
  <Slides>3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Sinan Gül</dc:creator>
  <cp:lastModifiedBy>Sinan Gül</cp:lastModifiedBy>
  <cp:revision>4</cp:revision>
  <dcterms:created xsi:type="dcterms:W3CDTF">2026-06-16T08:51:02Z</dcterms:created>
  <dcterms:modified xsi:type="dcterms:W3CDTF">2026-07-09T08:07:55Z</dcterms:modified>
</cp:coreProperties>
</file>